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BDY1103 · Taller de Base de Datos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Cierre de Arriendos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N°1 · Caso TRUCK_RENTAL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[completar]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negocio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tablas del modelo (MULTA_ARRIENDO e HIST_ARRIENDO_ANUAL_CAMION) existen pero están vacías: no hay proceso que las alimente con datos reales.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5204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Construir, con PL/SQL, el proceso de cierre que calcula multas por atraso y genera el historial anual de uso por camión.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9377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procesos completos (A y B) sobre datos reales de ARRIENDO_CAMION; un tercer proceso queda propuesto como siguiente etapa.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procesamos y qué generamos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(ARRIENDO_CAMION)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97680" y="1737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514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 en flota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1737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514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procesados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 y 2026)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9776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ARRIENDO_CAMION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CAMION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9776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06240" y="39776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39776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9776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80960" y="39776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39776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MULTA_ARRIENDO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HIST_ARRIENDO_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ANUAL_CAMION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 propia: no existe tabla de tarifas de multa en la base de datos — el equipo definió tramos de 5% / 10% / 15% diario según días de atraso.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TIPOS COMPUESTOS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 VARRAY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datos de UN arriendo durante su procesamiento (patente, fechas, días de atraso, monto de multa) en una sola estructura lógica, en vez de manejar 8 variables sueltas.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383280"/>
            <a:ext cx="4572000" cy="233172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52044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r_liquidacion IS RECORD (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id_arriendo   ...,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dias_atraso   NUMBER,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valor_multa   NUMBER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VARRAY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UNA sola vez, en memoria, los 3 tramos de tarifa de multa definidos por el equipo — evita consultar la regla de negocio repetidamente dentro del loop principal.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42900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429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días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0" y="411480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 días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480060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4800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días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4800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CURSORES EXPLÍCITOS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parámetro y loops anidados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 · Liquidación de multas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c_arriendos(p_anno)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arriendos del año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0116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011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interno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tramo en VARRAY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0116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2011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MULTA_ARRIENDO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B · Historial anual por camión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c_camiones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parámetro, recorre flota)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88620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43400" y="3886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c_arriendos_camion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(p_patente, p_anno) anidado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88620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55280" y="38862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HIST_ARRIENDO_ANUAL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57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cursor con parámetro permite reprocesar cualquier año o camión sin modificar el código del bloque.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CONTROL DE EXCEPCIONES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Protegiendo el proceso, fila por fila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Predefinida por Oracle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DUP_VAL_ON_INDEX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si el proceso se reejecuta para un año ya procesado (ORA-00001). En vez de fallar todo el bloque, cada fila duplicada se informa y se omite.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14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real: 17 arriendos de 2026 reprocesados sin errores ni duplicados al correr el bloque dos veces.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254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por el equipo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e_fecha_devolucion_invalida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788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cuando fecha_devolucion es anterior a fecha_ini_arriendo: una inconsistencia de datos real que Oracle no valida por sí solo.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114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real: detectada en el Arriendo 104, con fecha_devolucion 31 días anterior a su inicio.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EVOLUCIÓN FUTURA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Procedimientos, funciones, packages y triggers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60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PROC_LIQUIDAR_MULTAS(p_anno) — ejecutable vía job programado, sin depender de correr el bloque a mano.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60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FN_CALCULAR_MULTA(dias, valor_dia) — reutilizable en otros reportes sin duplicar la lógica de tramos.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995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PKG_CIERRE_ARRIENDOS — agrupa procedimientos, función y constantes de negocio en un solo objeto.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95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en ARRIENDO_CAMION — valida fecha_devolucion en el momento del registro, no al cerrar el mes.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y conclusión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cierre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construidos y validados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calculadas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registradas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historial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por camión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ahora cuenta con información de cobro y de gestión de flota antes inexistente, generada de forma reproducible y auditable.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etapa: migrar a procedimientos almacenados y definir formalmente la tarifa de multa con el área de negocio.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2026-09-04T15:50:48Z</dcterms:created>
  <dcterms:modified xsi:type="dcterms:W3CDTF">2026-09-04T15:50:48Z</dcterms:modified>
</cp:coreProperties>
</file>